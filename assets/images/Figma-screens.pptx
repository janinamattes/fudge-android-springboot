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16"/>
  </p:normalViewPr>
  <p:slideViewPr>
    <p:cSldViewPr snapToGrid="0">
      <p:cViewPr varScale="1">
        <p:scale>
          <a:sx n="95" d="100"/>
          <a:sy n="95" d="100"/>
        </p:scale>
        <p:origin x="20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8310-88CB-93A9-35AD-55C509E6F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E28F2-C9D7-AB47-36C3-13107C502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581EC-5FFB-22EA-4061-0EAC4C4E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4A725-6249-6AA6-15CE-C27D3A28E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CDABD-9A04-F7BA-DD18-B8E04678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643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1F60-B7F2-F5EE-DD53-664880AB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F51A4-09E8-47AE-6E5B-A151E4316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4A89D-C603-7EF0-DF30-FD634A6A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5D25A-CE6C-7D35-DB58-11BAB73B3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2808B-3507-CCD2-0FEF-7D9030B7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778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48B1-17DA-DD38-A2BE-563E6CD0C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C207D-2BBE-BEEC-250B-2DBFEA53B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1807-9B02-35E1-A551-5BE0348F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43BEA-7068-2370-9EE3-E88D23B15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1C4F3-0970-8379-6AC0-A5BFA103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8197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7061-9AC7-F4E0-DABC-580C448F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34E47-5E26-5FFB-F04B-99F91D18D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E9B1B-DBF3-5581-1FC5-1B06EC3C5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5F138-3777-A4A8-B6BE-1E695C7A9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9C6FD-6BBC-AC85-F9AA-4889CCD8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16EE8-4290-BAE9-FE29-CD72A7CE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189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505F-023C-20AE-95FE-8D73A50F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4B1F6-E07B-671A-8E26-EBF1734D3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CDB78-39D7-3C2D-F895-081C4A35A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FBA727-22C7-22DD-F5AC-EAF47AA09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6B972-4728-EA3B-0DD1-411541EEA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639E7-6324-6A70-1068-701BF56F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B182E-A3AF-078E-C756-881136AC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999B0-9C30-3887-8C9E-837E393E8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461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A7F8-E657-8331-AC4B-AEF360B6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986CB7-49F0-DE8D-246D-C9FADA2D9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991DC-3C0D-AD15-44E2-82044DCA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6D521-F98B-FD19-F77E-8AFAED7F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3181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1C773-2F78-41AE-192C-2B647EDA8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FF810-EBBD-CC9F-7993-B2CB27C96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69973-8A13-2DB6-EDC8-37708166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44194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0B65-0638-FAC4-3DF1-8770314A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A3D6A-8DC7-BE89-1DC6-88601D17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7BBAF-2937-48EE-EA3D-B04E3DCA1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0F37C-3B28-54F4-8FAB-8429089F0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E48E-1242-2FBB-BD60-CD34EC38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2683C-A4C4-4FCB-7D6D-553EA4927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3985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627D-F742-CBD8-680A-EBD43958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59962-3E1C-8D45-9A02-AC227AA94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5E1E1-8D4E-5B8F-C5E6-42784B9E6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97A30-67F8-A4D3-FD25-074D9145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E56F8-06FC-DCAE-A018-03C749B9B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96907-8F5B-00B5-18EC-F0D32210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8573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93875-FD35-F064-063E-C84BF3C4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1A11B-2E2C-6E5A-7149-EDA8BD070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AC2DD-A7ED-C52A-0A3E-B0FA3399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E0AB3-152A-3734-024D-D22E406A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56F35-0E51-E1D3-AFEF-415B84C9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37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01530-D2F1-8939-124D-AF91E5992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AEDF9-EC61-621A-A8D8-4789ACFC9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80EB3-D181-A68F-5FAE-D210E161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80B9-8683-1AD2-4660-4CF54E86D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0D0C5-9FE4-40A1-6E79-6421DE76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13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EEE502-9F7F-FEF7-AA42-31ADD003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49533-FF0C-3BE5-4E94-1B9AE7F26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7A31A-D286-7FCE-DF34-8F8910044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8C9CD-0350-1D45-ABC0-540783432AFA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4B3E2-66DF-A79A-3B52-1575F378D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2DAA9-041A-C4B2-273A-1EAFA980F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9C5CD-6256-F247-8883-2B0501BBAD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657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705E5D-D31D-AE59-262B-FC7FEB18E1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6" name="Picture 5" descr="A cell phone with a logo&#10;&#10;AI-generated content may be incorrect.">
            <a:extLst>
              <a:ext uri="{FF2B5EF4-FFF2-40B4-BE49-F238E27FC236}">
                <a16:creationId xmlns:a16="http://schemas.microsoft.com/office/drawing/2014/main" id="{8275C525-BC42-0C13-494C-E15DFE6E1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20" y="467360"/>
            <a:ext cx="1112520" cy="2225040"/>
          </a:xfrm>
          <a:prstGeom prst="rect">
            <a:avLst/>
          </a:prstGeom>
        </p:spPr>
      </p:pic>
      <p:pic>
        <p:nvPicPr>
          <p:cNvPr id="8" name="Picture 7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75088B52-E662-8ABC-A078-890793914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046" y="467360"/>
            <a:ext cx="1134228" cy="2225040"/>
          </a:xfrm>
          <a:prstGeom prst="rect">
            <a:avLst/>
          </a:prstGeom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171D928D-E60C-8536-A496-A275CD095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980" y="421640"/>
            <a:ext cx="1908329" cy="3743960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616F3BE4-FF31-7F2D-1D07-2D21AF5CE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001" y="421640"/>
            <a:ext cx="1890243" cy="3743960"/>
          </a:xfrm>
          <a:prstGeom prst="rect">
            <a:avLst/>
          </a:prstGeom>
        </p:spPr>
      </p:pic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EEF0BC6F-B65C-1737-4C44-71B2A03E2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0936" y="421640"/>
            <a:ext cx="1908507" cy="3743960"/>
          </a:xfrm>
          <a:prstGeom prst="rect">
            <a:avLst/>
          </a:prstGeom>
        </p:spPr>
      </p:pic>
      <p:pic>
        <p:nvPicPr>
          <p:cNvPr id="16" name="Picture 1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9B29200-8DBD-5E6F-4550-68B5C63D5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6135" y="421640"/>
            <a:ext cx="1913173" cy="374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511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Janina Mattes</dc:creator>
  <cp:lastModifiedBy>Janina Mattes</cp:lastModifiedBy>
  <cp:revision>1</cp:revision>
  <dcterms:created xsi:type="dcterms:W3CDTF">2026-02-11T18:21:46Z</dcterms:created>
  <dcterms:modified xsi:type="dcterms:W3CDTF">2026-02-11T18:32:42Z</dcterms:modified>
</cp:coreProperties>
</file>